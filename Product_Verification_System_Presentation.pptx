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67"/>
  </p:normalViewPr>
  <p:slideViewPr>
    <p:cSldViewPr snapToGrid="0" snapToObjects="1">
      <p:cViewPr varScale="1">
        <p:scale>
          <a:sx n="120" d="100"/>
          <a:sy n="120" d="100"/>
        </p:scale>
        <p:origin x="18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8141B7-CEAD-02AD-7427-A177C3125C84}"/>
              </a:ext>
            </a:extLst>
          </p:cNvPr>
          <p:cNvSpPr txBox="1"/>
          <p:nvPr/>
        </p:nvSpPr>
        <p:spPr>
          <a:xfrm>
            <a:off x="2384724" y="1111424"/>
            <a:ext cx="696889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Trust Verification System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Framework for Fake Review Detection and Product Authentication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9E58-1448-4DAE-C589-BEFE8143E6F9}"/>
              </a:ext>
            </a:extLst>
          </p:cNvPr>
          <p:cNvSpPr txBox="1"/>
          <p:nvPr/>
        </p:nvSpPr>
        <p:spPr>
          <a:xfrm>
            <a:off x="233915" y="3214896"/>
            <a:ext cx="37403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Pulkit Bahuguna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&amp; Dept: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M.Sc. CS &amp; IT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25MSCIR038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Role: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Developer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B04802-B716-5CA9-3C78-42C05F4690FD}"/>
              </a:ext>
            </a:extLst>
          </p:cNvPr>
          <p:cNvSpPr txBox="1"/>
          <p:nvPr/>
        </p:nvSpPr>
        <p:spPr>
          <a:xfrm>
            <a:off x="6542858" y="3214896"/>
            <a:ext cx="54024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 Name: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Jain(Deemed-to-be-University)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Duration: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Weeks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Raghavendra 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Presentation: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July 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551" y="0"/>
            <a:ext cx="1081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Agenda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3551" y="733631"/>
            <a:ext cx="1081735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1. Introduction</a:t>
            </a:r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2. What the Project Covers</a:t>
            </a:r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3. Project Goals</a:t>
            </a:r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4. What We Built (System Modules)</a:t>
            </a:r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5. Tools &amp; Technologies Used</a:t>
            </a:r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6. What We Learned</a:t>
            </a:r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7. Challenges Faced &amp; How We Solved Them</a:t>
            </a:r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8. What We Contributed</a:t>
            </a:r>
          </a:p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9. Summary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7324" y="0"/>
            <a:ext cx="1081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11885"/>
            <a:ext cx="5566509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customers depend on online reviews before buying a product. Unfortunately, not all reviews are genuine, and counterfeit products are also becoming more common. These issues reduce customer trust and make online shopping risky.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brings together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verification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platform. Customers can check reviews before purchasing and verify the authenticity of the product after receiving it.</a:t>
            </a:r>
          </a:p>
          <a:p>
            <a:pPr>
              <a:spcAft>
                <a:spcPts val="200"/>
              </a:spcAft>
              <a:defRPr sz="1500" b="1">
                <a:solidFill>
                  <a:srgbClr val="000000"/>
                </a:solidFill>
                <a:latin typeface="Times New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creenshot 2026-07-15 at 7.48.3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030" y="1146656"/>
            <a:ext cx="56692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7324" y="0"/>
            <a:ext cx="1081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What the Project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61" y="967547"/>
            <a:ext cx="11954278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divided into two main sections: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Portal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Portal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.The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Portal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register products and generate unique QR codes, while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Portal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reviews and verify product authenticity.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Registration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New Products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QR Codes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Product Details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Registration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Login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Review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Verification using QR Scan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469" y="0"/>
            <a:ext cx="1081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868" y="1690896"/>
            <a:ext cx="58227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create a simple and reliable system that helps improve customer trust while shopping online.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fake reviews using Machine Learning.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unique QR code for every registered product.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product authenticity through QR scanning.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product information securely in an SQLite database.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separate access for Admins and Customers.</a:t>
            </a:r>
          </a:p>
        </p:txBody>
      </p:sp>
      <p:pic>
        <p:nvPicPr>
          <p:cNvPr id="4" name="Picture 3" descr="Screenshot 2026-07-15 at 7.50.0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2" y="1425203"/>
            <a:ext cx="56692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4924" y="0"/>
            <a:ext cx="1081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 System Modules</a:t>
            </a:r>
          </a:p>
        </p:txBody>
      </p:sp>
      <p:pic>
        <p:nvPicPr>
          <p:cNvPr id="4" name="Picture 3" descr="Screenshot 2026-07-15 at 7.50.5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575" y="1169550"/>
            <a:ext cx="5669280" cy="3566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9FED5D-7FBB-5E76-F01B-EC744F6E4F82}"/>
              </a:ext>
            </a:extLst>
          </p:cNvPr>
          <p:cNvSpPr txBox="1"/>
          <p:nvPr/>
        </p:nvSpPr>
        <p:spPr>
          <a:xfrm>
            <a:off x="41489" y="584775"/>
            <a:ext cx="11804222" cy="612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developed using different Python modules, where each module is responsible for a specific task.</a:t>
            </a:r>
          </a:p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predict_review.py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the review text. </a:t>
            </a: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into numerical features using TF-IDF. </a:t>
            </a: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whether a review is Genuine or Fake. </a:t>
            </a: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prediction confidence. </a:t>
            </a:r>
          </a:p>
          <a:p>
            <a:pPr>
              <a:spcBef>
                <a:spcPts val="120"/>
              </a:spcBef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Product_Verifier.py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QR code. </a:t>
            </a: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product information from the database. </a:t>
            </a: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whether the product is authentic. </a:t>
            </a:r>
          </a:p>
          <a:p>
            <a:pPr>
              <a:spcBef>
                <a:spcPts val="120"/>
              </a:spcBef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Admin.py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Admin registration and login. </a:t>
            </a: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products. </a:t>
            </a: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QR codes. </a:t>
            </a:r>
          </a:p>
          <a:p>
            <a:pPr>
              <a:lnSpc>
                <a:spcPct val="150000"/>
              </a:lnSpc>
              <a:spcBef>
                <a:spcPts val="120"/>
              </a:spcBef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app.py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 </a:t>
            </a:r>
          </a:p>
          <a:p>
            <a:pPr marL="285750" lvl="0" indent="-285750"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all project modules together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0834" y="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Tools &amp;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876" y="569661"/>
            <a:ext cx="108173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developed using the following technologies: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programming language.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building the Machine Learning model.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feature extraction.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saving and loading the trained model.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storing product and user information.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QRCode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Pillow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QR code processing.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building the web application. </a:t>
            </a: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  <a:defRPr sz="1800" b="1"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261242" y="0"/>
            <a:ext cx="149085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6407" y="790378"/>
            <a:ext cx="108173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  <a:p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this project helped in understanding how different technologies can be combined to solve a real-world problem.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key learnings 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preprocessing text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TF-IDF for feature extraction.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using a Machine Learning model.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and verifying QR codes.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SQLite databases.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interactive web applications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role-based login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897" y="0"/>
            <a:ext cx="1081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2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0C20E1-0254-37D7-7D1D-C0474CD22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354383"/>
              </p:ext>
            </p:extLst>
          </p:nvPr>
        </p:nvGraphicFramePr>
        <p:xfrm>
          <a:off x="1979676" y="1255809"/>
          <a:ext cx="8229600" cy="2651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649547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708894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27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review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TF-IDF with Logistic Regression for better classification.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547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Managing product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Stored all product details in an SQLite database.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521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Restricting Admin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an Admin Access Key during registration.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001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an easy-to-use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the application using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4099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4924" y="0"/>
            <a:ext cx="1081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What We Contributed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5943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review detection and product verification into a single platform, making it easier for both administrators and customers to use.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separate portals for Admins and Customers.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Machine Learning model for fake review detection.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QR-based product verification.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unique QR codes for registered products.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interactive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Machine Learning with database operations.</a:t>
            </a:r>
          </a:p>
        </p:txBody>
      </p:sp>
      <p:pic>
        <p:nvPicPr>
          <p:cNvPr id="4" name="Picture 3" descr="Screenshot 2026-07-15 at 7.51.33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0"/>
            <a:ext cx="1081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750" y="485578"/>
            <a:ext cx="120632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Trust Verification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Machine Learning-based review analysis with QR code-based product verification to help customers make more informed purchasing decisions. The current system provides separate portals for administrators and customers, making product registration and authenticity verification simple and user-friendly.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Browser Extension (Plugin)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browser extension that works directly on e-commerce platforms such as Amazon and Flipkart. Customers can check product trust without leaving the shopping website.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Cumulative Review Trust Score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review at a time, the plugin can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hundreds of customer reviews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product and generate a single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Trust 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giving customers a more reliable understanding of product credibility.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Product Verification Before Purchase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extension can verify whether a product is registered by the manufacturer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placing an order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customers to identify trusted sellers and genuine products in advance.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AI-Based Review Summarization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summarize thousands of customer reviews into key positives, negatives, and common customer opinions, helping users understand feedback quickly.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Manufacturer &amp; Seller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manufacturers to register products directly on the platform and enable verified sellers to display authenticity badges for registered products.</a:t>
            </a:r>
          </a:p>
          <a:p>
            <a:pPr>
              <a:spcAft>
                <a:spcPts val="2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937</Words>
  <Application>Microsoft Macintosh PowerPoint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Pulkit Bahuguna</cp:lastModifiedBy>
  <cp:revision>4</cp:revision>
  <dcterms:created xsi:type="dcterms:W3CDTF">2013-01-27T09:14:16Z</dcterms:created>
  <dcterms:modified xsi:type="dcterms:W3CDTF">2026-07-15T15:31:21Z</dcterms:modified>
  <cp:category/>
</cp:coreProperties>
</file>